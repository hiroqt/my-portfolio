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extended-properties" Target="docProps/app.xml" /><ns0:Relationship Id="rId2" Type="http://schemas.openxmlformats.org/package/2006/relationships/metadata/core-properties" Target="docProps/core.xml" /><ns0:Relationship Id="rId3" Type="http://schemas.openxmlformats.org/officeDocument/2006/relationships/officeDocument" Target="ppt/presentation.xml" />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Calibri Light"/>
              </a:rPr>
              <a:t>FinOps AI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An AI-powered financial operations platform combining expense analysis, invoice reconciliation, and policy compliance into a single intelligent hub.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Built with Amazon Quick | 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F766E"/>
                </a:solidFill>
                <a:latin typeface="Calibri Light"/>
              </a:rPr>
              <a:t>The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Manual expense review is slow and error-prone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Invoice-to-PO matching is tedious and inconsistent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Policy compliance checks require human experts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Fragmented tools — no single source of truth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Delayed anomaly detection leads to financial loss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Audit trails are scattered across spreadsheets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F766E"/>
                </a:solidFill>
                <a:latin typeface="Calibri Light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AI-powered expense categorization and anomaly flagging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Automated invoice reconciliation with PO matching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Real-time policy compliance via Claude AI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Connected to QuickSight Spaces for live documents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Color-coded verdicts: compliant / violation / review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Persistent storage for audit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F766E"/>
                </a:solidFill>
                <a:latin typeface="Calibri Light"/>
              </a:rP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840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Expense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Batch AI categorization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840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Invoice Reconciliation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Auto PO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840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Policy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Structured AI verdicts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331720"/>
            <a:ext cx="3840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4231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Space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Live expense policy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3840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Budget 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Real-time dept. 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291840"/>
            <a:ext cx="38404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33832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Smart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033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Filter across all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F766E"/>
                </a:solidFill>
                <a:latin typeface="Calibri Light"/>
              </a:rPr>
              <a:t>New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2311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1455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AI Chat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8887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Conversational AI assistant for real-time expense queries, policy questions, and financial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02311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211455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Google Calendar Connector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8887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Syncs finance deadlines, audit schedules, and compliance review 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6611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5755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Google Gmail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3187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Auto-captures expense receipts and invoice emails for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16611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25755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Google Sheets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3187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Imports and exports expense data, budget tracking, and reconciliation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F766E"/>
                </a:solidFill>
                <a:latin typeface="Calibri Light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Built with Amazon Quick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9319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Stores and organizes expense data, policy documents, and shared knowledge for the 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39319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5331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64208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Automates finance workflows including expense categorization, invoice matching, and compliance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39319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4203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Delivers the FinOps dashboard as a production-ready interactive web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468880"/>
            <a:ext cx="39319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54203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Chat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52928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Powers AI-driven expense analysis, anomaly detection, and policy compliance verdicts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39319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3075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41648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Enables deep multi-source analysis for audit investigations and financial trend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657600"/>
            <a:ext cx="39319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73075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Connectors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041648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Integrates with external finance tools and services for end-to-end data automation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F766E"/>
                </a:solidFill>
                <a:latin typeface="Calibri Light"/>
              </a:rPr>
              <a:t>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80% faster expense review cycle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95%+ accuracy in anomaly detection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Reduced compliance violation penalties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Complete audit trail — zero manual logging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Real-time policy updates from connected Space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 Unified platform for Finance Ops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D1ABF-BBA2-419C-A569-876C1FB5E605}">
  <we:reference id="WA200010606" version="1.0.10036.0" store="en-us" storeType="OMEX"/>
  <we:alternateReferences/>
  <we:properties>
    <we:property name="Office.AutoShowTaskpaneWithDocument" value="true"/>
    <we:property name="conversationId" value="&quot;8ba9b5a3-a3f3-44c0-9884-8536b134e6f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FinOps AI Dashboard</dc:title>
  <dc:subject>PptxGenJS Presentation</dc:subject>
  <dc:creator>FinOps Team</dc:creator>
  <cp:lastModifiedBy>FinOps Team</cp:lastModifiedBy>
  <cp:revision>1</cp:revision>
  <dcterms:created xsi:type="dcterms:W3CDTF">2026-08-21T10:51:26Z</dcterms:created>
  <dcterms:modified xsi:type="dcterms:W3CDTF">2026-08-21T10:51:26Z</dcterms:modified>
</cp:coreProperties>
</file>